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7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D13B-49B0-4707-BDC3-3734309A432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8A6B711-073C-4064-8A5B-A2A65A8FC5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385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D13B-49B0-4707-BDC3-3734309A432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B711-073C-4064-8A5B-A2A65A8FC5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0142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2509D13B-49B0-4707-BDC3-3734309A432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fr-FR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8A6B711-073C-4064-8A5B-A2A65A8FC5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614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D13B-49B0-4707-BDC3-3734309A432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B711-073C-4064-8A5B-A2A65A8FC5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1753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D13B-49B0-4707-BDC3-3734309A432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B711-073C-4064-8A5B-A2A65A8FC5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3824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D13B-49B0-4707-BDC3-3734309A432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B711-073C-4064-8A5B-A2A65A8FC5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7722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D13B-49B0-4707-BDC3-3734309A432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B711-073C-4064-8A5B-A2A65A8FC5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702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D13B-49B0-4707-BDC3-3734309A432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B711-073C-4064-8A5B-A2A65A8FC5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228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D13B-49B0-4707-BDC3-3734309A4329}" type="datetimeFigureOut">
              <a:rPr lang="fr-FR" smtClean="0"/>
              <a:t>07/10/2026</a:t>
            </a:fld>
            <a:endParaRPr lang="fr-FR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B711-073C-4064-8A5B-A2A65A8FC5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8024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D13B-49B0-4707-BDC3-3734309A432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B711-073C-4064-8A5B-A2A65A8FC5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6185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D13B-49B0-4707-BDC3-3734309A432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6B711-073C-4064-8A5B-A2A65A8FC5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3810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2509D13B-49B0-4707-BDC3-3734309A432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8A6B711-073C-4064-8A5B-A2A65A8FC5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4806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A49BE7-B8C5-498B-AB72-191C62FBB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Statistical</a:t>
            </a:r>
            <a:r>
              <a:rPr lang="fr-FR" dirty="0"/>
              <a:t> </a:t>
            </a:r>
            <a:r>
              <a:rPr lang="fr-FR" dirty="0" err="1"/>
              <a:t>project</a:t>
            </a:r>
            <a:r>
              <a:rPr lang="fr-FR" dirty="0"/>
              <a:t> EFCE MODE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F83F7E-E0C7-4FA5-A785-E8F9E9607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Form a group of 4–5 students</a:t>
            </a:r>
            <a:br>
              <a:rPr lang="en-GB" dirty="0"/>
            </a:br>
            <a:r>
              <a:rPr lang="en-GB" dirty="0"/>
              <a:t>Each dataset provided has a scientific question.</a:t>
            </a:r>
            <a:br>
              <a:rPr lang="en-GB" dirty="0"/>
            </a:br>
            <a:r>
              <a:rPr lang="en-GB" dirty="0"/>
              <a:t>Choose a statistical approach to answer this question and implement it in R — the approach may combine the tools covered in the three modules.</a:t>
            </a:r>
            <a:br>
              <a:rPr lang="en-GB" dirty="0"/>
            </a:br>
            <a:r>
              <a:rPr lang="en-GB" dirty="0"/>
              <a:t>Submit the R script on Moodle by </a:t>
            </a:r>
            <a:r>
              <a:rPr lang="en-GB" b="1" dirty="0"/>
              <a:t>November 4</a:t>
            </a:r>
            <a:r>
              <a:rPr lang="en-GB" dirty="0"/>
              <a:t>.</a:t>
            </a:r>
          </a:p>
          <a:p>
            <a:r>
              <a:rPr lang="en-GB" b="1" dirty="0"/>
              <a:t>Oral Presentation (10 minutes): 14 points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Must emphasize the </a:t>
            </a:r>
            <a:r>
              <a:rPr lang="en-GB" b="1" dirty="0"/>
              <a:t>justification of the chosen approach</a:t>
            </a:r>
            <a:r>
              <a:rPr lang="en-GB" dirty="0"/>
              <a:t> – may rely on decision trees (5 pts)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Must explain the </a:t>
            </a:r>
            <a:r>
              <a:rPr lang="en-GB" b="1" dirty="0"/>
              <a:t>different steps of the analysis</a:t>
            </a:r>
            <a:r>
              <a:rPr lang="en-GB" dirty="0"/>
              <a:t>, including the validation steps (4 pts)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Scroll through the script and discuss the </a:t>
            </a:r>
            <a:r>
              <a:rPr lang="en-GB" b="1" dirty="0"/>
              <a:t>main results displayed</a:t>
            </a:r>
            <a:r>
              <a:rPr lang="en-GB" dirty="0"/>
              <a:t> (3 pts)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Must highlight the </a:t>
            </a:r>
            <a:r>
              <a:rPr lang="en-GB" b="1" dirty="0"/>
              <a:t>difficulties encountered</a:t>
            </a:r>
            <a:r>
              <a:rPr lang="en-GB" dirty="0"/>
              <a:t> during implementation (2 pts)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Must be </a:t>
            </a:r>
            <a:r>
              <a:rPr lang="en-GB" b="1" dirty="0"/>
              <a:t>useful for classmates</a:t>
            </a:r>
            <a:endParaRPr lang="en-GB" dirty="0"/>
          </a:p>
          <a:p>
            <a:r>
              <a:rPr lang="en-GB" dirty="0"/>
              <a:t>Followed by </a:t>
            </a:r>
            <a:r>
              <a:rPr lang="en-GB" b="1" dirty="0"/>
              <a:t>8 minutes of questions</a:t>
            </a:r>
            <a:r>
              <a:rPr lang="en-GB" dirty="0"/>
              <a:t> (from students in the room + instructor): </a:t>
            </a:r>
            <a:r>
              <a:rPr lang="en-GB" b="1" dirty="0"/>
              <a:t>6 points</a:t>
            </a:r>
            <a:endParaRPr lang="en-GB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4330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2CC8CC-07FA-440A-8B06-00F4FBBBF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Projet statistique EFCE MODE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46FE86-F4FB-40A0-8613-AA83A17A9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466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Former un groupe de 4/5 étudiants</a:t>
            </a:r>
          </a:p>
          <a:p>
            <a:r>
              <a:rPr lang="fr-FR" dirty="0"/>
              <a:t>Chaque jeux de données proposé a une question scientifique</a:t>
            </a:r>
          </a:p>
          <a:p>
            <a:r>
              <a:rPr lang="fr-FR" dirty="0"/>
              <a:t>Choisir une démarche statistique pour répondre à cette question et la mettre en œuvre sous R – démarche pouvant combiner les outils vus dans les 3 modules</a:t>
            </a:r>
          </a:p>
          <a:p>
            <a:r>
              <a:rPr lang="fr-FR" dirty="0"/>
              <a:t>Déposer le script R sous </a:t>
            </a:r>
            <a:r>
              <a:rPr lang="fr-FR" dirty="0" err="1"/>
              <a:t>moodle</a:t>
            </a:r>
            <a:r>
              <a:rPr lang="fr-FR" dirty="0"/>
              <a:t> le </a:t>
            </a:r>
            <a:r>
              <a:rPr lang="fr-FR" b="1" dirty="0"/>
              <a:t>4 novembre</a:t>
            </a:r>
          </a:p>
          <a:p>
            <a:r>
              <a:rPr lang="fr-FR" dirty="0"/>
              <a:t>Présentation Orale </a:t>
            </a:r>
            <a:r>
              <a:rPr lang="fr-FR" b="1" dirty="0"/>
              <a:t>10 min: 14pts</a:t>
            </a:r>
          </a:p>
          <a:p>
            <a:pPr lvl="1"/>
            <a:r>
              <a:rPr lang="fr-FR" dirty="0"/>
              <a:t>Doit mettre l’accent sur la </a:t>
            </a:r>
            <a:r>
              <a:rPr lang="fr-FR" b="1" dirty="0"/>
              <a:t>justification</a:t>
            </a:r>
            <a:r>
              <a:rPr lang="fr-FR" dirty="0"/>
              <a:t> de la démarche choisie: peut s’appuyer sur des arbres de décision 5pts</a:t>
            </a:r>
          </a:p>
          <a:p>
            <a:pPr lvl="1"/>
            <a:r>
              <a:rPr lang="fr-FR" dirty="0"/>
              <a:t>Doit expliciter les </a:t>
            </a:r>
            <a:r>
              <a:rPr lang="fr-FR" b="1" dirty="0"/>
              <a:t>différentes étapes de l’analyse</a:t>
            </a:r>
            <a:r>
              <a:rPr lang="fr-FR" dirty="0"/>
              <a:t>: ne pas oublier les étapes de validation 4pts</a:t>
            </a:r>
          </a:p>
          <a:p>
            <a:pPr lvl="1"/>
            <a:r>
              <a:rPr lang="fr-FR" b="1" dirty="0"/>
              <a:t>Faire défiler le script et analyser les résultats </a:t>
            </a:r>
            <a:r>
              <a:rPr lang="fr-FR" dirty="0"/>
              <a:t>principaux qui s’affichent 3 pts</a:t>
            </a:r>
          </a:p>
          <a:p>
            <a:pPr lvl="1"/>
            <a:r>
              <a:rPr lang="fr-FR" dirty="0"/>
              <a:t>Doit mettre en avant les </a:t>
            </a:r>
            <a:r>
              <a:rPr lang="fr-FR" b="1" dirty="0"/>
              <a:t>difficultés</a:t>
            </a:r>
            <a:r>
              <a:rPr lang="fr-FR" dirty="0"/>
              <a:t> rencontrées pour la mise en œuvre 2pts</a:t>
            </a:r>
          </a:p>
          <a:p>
            <a:pPr lvl="1"/>
            <a:r>
              <a:rPr lang="fr-FR" b="1" dirty="0"/>
              <a:t>Doit utile pour les collègues de la promo</a:t>
            </a:r>
          </a:p>
          <a:p>
            <a:r>
              <a:rPr lang="fr-FR" dirty="0"/>
              <a:t>Suivie de </a:t>
            </a:r>
            <a:r>
              <a:rPr lang="fr-FR" b="1" dirty="0"/>
              <a:t>8 minutes de questions: étudiants dans la salle + enseignant: 6pts</a:t>
            </a:r>
          </a:p>
        </p:txBody>
      </p:sp>
    </p:spTree>
    <p:extLst>
      <p:ext uri="{BB962C8B-B14F-4D97-AF65-F5344CB8AC3E}">
        <p14:creationId xmlns:p14="http://schemas.microsoft.com/office/powerpoint/2010/main" val="21079484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Type de bois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ype de bois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ype de bois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167</TotalTime>
  <Words>292</Words>
  <Application>Microsoft Office PowerPoint</Application>
  <PresentationFormat>Grand écran</PresentationFormat>
  <Paragraphs>21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Rockwell</vt:lpstr>
      <vt:lpstr>Rockwell Condensed</vt:lpstr>
      <vt:lpstr>Wingdings</vt:lpstr>
      <vt:lpstr>Type de bois</vt:lpstr>
      <vt:lpstr>Statistical project EFCE MODE</vt:lpstr>
      <vt:lpstr>Projet statistique EFCE MODE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statistique EFCE MODE</dc:title>
  <dc:creator>Pascaline Le Gouar</dc:creator>
  <cp:lastModifiedBy>Hugo Cayuela</cp:lastModifiedBy>
  <cp:revision>7</cp:revision>
  <dcterms:created xsi:type="dcterms:W3CDTF">2024-09-26T12:28:27Z</dcterms:created>
  <dcterms:modified xsi:type="dcterms:W3CDTF">2026-10-07T08:17:27Z</dcterms:modified>
</cp:coreProperties>
</file>